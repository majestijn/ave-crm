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Eindpresentatie Stage AVE CRM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Professionalisering van Recruitment Software</a:t>
            </a:r>
          </a:p>
          <a:p>
            <a:endParaRPr/>
          </a:p>
          <a:p>
            <a:r>
              <a:t>Stijn van der Neut</a:t>
            </a:r>
          </a:p>
          <a:p>
            <a:r>
              <a:t>15 Januari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Project Context: AVE CRM</a:t>
            </a:r>
          </a:p>
          <a:p>
            <a:r>
              <a:rPr dirty="0" err="1"/>
              <a:t>Mijn</a:t>
            </a:r>
            <a:r>
              <a:rPr dirty="0"/>
              <a:t> Rol </a:t>
            </a:r>
            <a:r>
              <a:rPr lang="en-GB" dirty="0"/>
              <a:t>&amp; </a:t>
            </a:r>
            <a:r>
              <a:rPr dirty="0" err="1"/>
              <a:t>Technische</a:t>
            </a:r>
            <a:r>
              <a:rPr dirty="0"/>
              <a:t> </a:t>
            </a:r>
            <a:r>
              <a:rPr dirty="0" err="1"/>
              <a:t>Diepgang</a:t>
            </a:r>
            <a:r>
              <a:rPr dirty="0"/>
              <a:t> (</a:t>
            </a:r>
            <a:r>
              <a:rPr dirty="0" err="1"/>
              <a:t>Onderzoek</a:t>
            </a:r>
            <a:r>
              <a:rPr dirty="0"/>
              <a:t> &amp; </a:t>
            </a:r>
            <a:r>
              <a:rPr dirty="0" err="1"/>
              <a:t>Realisatie</a:t>
            </a:r>
            <a:r>
              <a:rPr dirty="0"/>
              <a:t>)</a:t>
            </a:r>
          </a:p>
          <a:p>
            <a:r>
              <a:rPr dirty="0" err="1"/>
              <a:t>Persoonlijke</a:t>
            </a:r>
            <a:r>
              <a:rPr dirty="0"/>
              <a:t> </a:t>
            </a:r>
            <a:r>
              <a:rPr dirty="0" err="1"/>
              <a:t>Ontwikkeling</a:t>
            </a:r>
            <a:r>
              <a:rPr dirty="0"/>
              <a:t> (</a:t>
            </a:r>
            <a:r>
              <a:rPr dirty="0" err="1"/>
              <a:t>Reflectie</a:t>
            </a:r>
            <a:r>
              <a:rPr dirty="0"/>
              <a:t>)</a:t>
            </a:r>
          </a:p>
          <a:p>
            <a:r>
              <a:rPr dirty="0" err="1"/>
              <a:t>Toekomstvisie</a:t>
            </a:r>
            <a:r>
              <a:rPr dirty="0"/>
              <a:t> (</a:t>
            </a:r>
            <a:r>
              <a:rPr dirty="0" err="1"/>
              <a:t>Strategisch</a:t>
            </a:r>
            <a:r>
              <a:rPr dirty="0"/>
              <a:t> Plan)</a:t>
            </a:r>
          </a:p>
          <a:p>
            <a:r>
              <a:rPr dirty="0" err="1"/>
              <a:t>Vragen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Context: AVE CRM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Doel:</a:t>
            </a:r>
          </a:p>
          <a:p>
            <a:pPr lvl="1"/>
            <a:r>
              <a:t>Ontwikkeling van een modern SaaS-platform voor recruitment.</a:t>
            </a:r>
          </a:p>
          <a:p>
            <a:pPr lvl="1"/>
            <a:r>
              <a:t>Vervanging van verouderde legacy processen.</a:t>
            </a:r>
          </a:p>
          <a:p>
            <a:r>
              <a:t>Tech Stack:</a:t>
            </a:r>
          </a:p>
          <a:p>
            <a:pPr lvl="1"/>
            <a:r>
              <a:t>Frontend: React 19 + TypeScript (Vite, Material-UI)</a:t>
            </a:r>
          </a:p>
          <a:p>
            <a:pPr lvl="1"/>
            <a:r>
              <a:t>Backend: Laravel 12 (PHP 8.3)</a:t>
            </a:r>
          </a:p>
          <a:p>
            <a:pPr lvl="1"/>
            <a:r>
              <a:t>Database: PostgreSQL (Multi-tenant)</a:t>
            </a:r>
          </a:p>
          <a:p>
            <a:r>
              <a:t>Infrastructuur:</a:t>
            </a:r>
          </a:p>
          <a:p>
            <a:pPr lvl="1"/>
            <a:r>
              <a:t>Docker, Cloudflare R2 (Storage), Google Cloud (AI)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Techniek: Multi-Tenancy Architectuur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Probleem:</a:t>
            </a:r>
          </a:p>
          <a:p>
            <a:pPr lvl="1"/>
            <a:r>
              <a:t>Strikte data-isolatie vereist voor GDPR (kandidaten/medische data).</a:t>
            </a:r>
          </a:p>
          <a:p>
            <a:r>
              <a:t>Oplossing: Database per Tenant</a:t>
            </a:r>
          </a:p>
          <a:p>
            <a:pPr lvl="1"/>
            <a:r>
              <a:t>Fysiek gescheiden databases per klant.</a:t>
            </a:r>
          </a:p>
          <a:p>
            <a:pPr lvl="1"/>
            <a:r>
              <a:t>Veiligheid 'by design' (geen vergeten WHERE-clauses).</a:t>
            </a:r>
          </a:p>
          <a:p>
            <a:r>
              <a:t>Implementatie:</a:t>
            </a:r>
          </a:p>
          <a:p>
            <a:pPr lvl="1"/>
            <a:r>
              <a:t>Spatie Laravel Multitenancy package.</a:t>
            </a:r>
          </a:p>
          <a:p>
            <a:pPr lvl="1"/>
            <a:r>
              <a:t>Custom 'SwitchTenantCacheTask' voor Redis isolatie.</a:t>
            </a:r>
          </a:p>
          <a:p>
            <a:r>
              <a:t>Security:</a:t>
            </a:r>
          </a:p>
          <a:p>
            <a:pPr lvl="1"/>
            <a:r>
              <a:t>Hybride ID Strategie: Auto-increment intern (snelheid), ULID extern (veiligheid).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Techniek: AI-Driven Recruitment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Feature: CV Import &amp; Parsing</a:t>
            </a:r>
          </a:p>
          <a:p>
            <a:pPr lvl="1"/>
            <a:r>
              <a:t>Smart Import: Real-time via Google Gemini 3 Pro.</a:t>
            </a:r>
          </a:p>
          <a:p>
            <a:pPr lvl="1"/>
            <a:r>
              <a:t>Bulk Import: Batch processing via Vertex AI (3500+ CVs).</a:t>
            </a:r>
          </a:p>
          <a:p>
            <a:r>
              <a:t>Pipeline:</a:t>
            </a:r>
          </a:p>
          <a:p>
            <a:pPr lvl="1"/>
            <a:r>
              <a:t>Frontend (Chunking) -&gt; Queue -&gt; AI -&gt; R2 Storage.</a:t>
            </a:r>
          </a:p>
          <a:p>
            <a:r>
              <a:t>Waarde:</a:t>
            </a:r>
          </a:p>
          <a:p>
            <a:pPr lvl="1"/>
            <a:r>
              <a:t>Van handmatige invoer naar secondenwerk.</a:t>
            </a:r>
          </a:p>
          <a:p>
            <a:pPr lvl="1"/>
            <a:r>
              <a:t>Automatische extractie van skills, opleiding en ervaring.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Professionalisering: Data Fetching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Oude Situatie:</a:t>
            </a:r>
          </a:p>
          <a:p>
            <a:pPr lvl="1"/>
            <a:r>
              <a:t>Custom hooks, geen caching, veel boilerplate code.</a:t>
            </a:r>
          </a:p>
          <a:p>
            <a:r>
              <a:t>Onderzoek (DSR):</a:t>
            </a:r>
          </a:p>
          <a:p>
            <a:pPr lvl="1"/>
            <a:r>
              <a:t>Vergelijking TanStack Query vs SWR vs RTK Query.</a:t>
            </a:r>
          </a:p>
          <a:p>
            <a:r>
              <a:t>Resultaat: TanStack Query</a:t>
            </a:r>
          </a:p>
          <a:p>
            <a:pPr lvl="1"/>
            <a:r>
              <a:t>50% minder code in hooks.</a:t>
            </a:r>
          </a:p>
          <a:p>
            <a:pPr lvl="1"/>
            <a:r>
              <a:t>Automatische caching, background refetching, optimistic updates.</a:t>
            </a:r>
          </a:p>
          <a:p>
            <a:pPr lvl="1"/>
            <a:r>
              <a:t>Verbeterde User Experience (snellere navigatie).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Infrastructuur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Cloudflare R2:</a:t>
            </a:r>
          </a:p>
          <a:p>
            <a:pPr lvl="1"/>
            <a:r>
              <a:t>Migratie naar Object Storage voor CV's en afbeeldingen.</a:t>
            </a:r>
          </a:p>
          <a:p>
            <a:pPr lvl="1"/>
            <a:r>
              <a:t>Schaalbaar en kosten-efficiënt.</a:t>
            </a:r>
          </a:p>
          <a:p>
            <a:r>
              <a:t>Microsoft 365 Migratie:</a:t>
            </a:r>
          </a:p>
          <a:p>
            <a:pPr lvl="1"/>
            <a:r>
              <a:t>Professionalisering e-mail en agenda.</a:t>
            </a:r>
          </a:p>
          <a:p>
            <a:pPr lvl="1"/>
            <a:r>
              <a:t>Integratie met CRM (Outlook kalender sync).</a:t>
            </a:r>
          </a:p>
          <a:p>
            <a:r>
              <a:t>Deployment Strategie:</a:t>
            </a:r>
          </a:p>
          <a:p>
            <a:pPr lvl="1"/>
            <a:r>
              <a:t>Laravel Forge + DigitalOcean.</a:t>
            </a:r>
          </a:p>
          <a:p>
            <a:pPr lvl="1"/>
            <a:r>
              <a:t>Automated deployments, SSL, Queues, Backups.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Persoonlijke Ontwikkeling (Reflectie)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Kernontwikkeling:</a:t>
            </a:r>
          </a:p>
          <a:p>
            <a:pPr lvl="1"/>
            <a:r>
              <a:t>Transformatie van 'Afwachtend' naar 'Proactief'.</a:t>
            </a:r>
          </a:p>
          <a:p>
            <a:r>
              <a:t>Het leerproces:</a:t>
            </a:r>
          </a:p>
          <a:p>
            <a:pPr lvl="1"/>
            <a:r>
              <a:t>Start: 'Ik moet het alleen oplossen' (onzekerheid).</a:t>
            </a:r>
          </a:p>
          <a:p>
            <a:pPr lvl="1"/>
            <a:r>
              <a:t>Inzicht: Hulp vragen is professioneel eigenaarschap.</a:t>
            </a:r>
          </a:p>
          <a:p>
            <a:r>
              <a:t>Acties:</a:t>
            </a:r>
          </a:p>
          <a:p>
            <a:pPr lvl="1"/>
            <a:r>
              <a:t>Wekelijkse meetings geïnitieerd.</a:t>
            </a:r>
          </a:p>
          <a:p>
            <a:pPr lvl="1"/>
            <a:r>
              <a:t>Zelf de agenda en planning bepalen.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Veerkracht &amp; Herstel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r>
              <a:rPr dirty="0" err="1"/>
              <a:t>Situatie</a:t>
            </a:r>
            <a:r>
              <a:rPr dirty="0"/>
              <a:t>:</a:t>
            </a:r>
          </a:p>
          <a:p>
            <a:pPr lvl="1"/>
            <a:r>
              <a:rPr dirty="0" err="1"/>
              <a:t>Terugval</a:t>
            </a:r>
            <a:r>
              <a:rPr dirty="0"/>
              <a:t> door </a:t>
            </a:r>
            <a:r>
              <a:rPr dirty="0" err="1"/>
              <a:t>persoonlijke</a:t>
            </a:r>
            <a:r>
              <a:rPr dirty="0"/>
              <a:t> </a:t>
            </a:r>
            <a:r>
              <a:rPr dirty="0" err="1"/>
              <a:t>omstandigheden</a:t>
            </a:r>
            <a:r>
              <a:rPr dirty="0"/>
              <a:t> ('</a:t>
            </a:r>
            <a:r>
              <a:rPr dirty="0" err="1"/>
              <a:t>Oestergedrag</a:t>
            </a:r>
            <a:r>
              <a:rPr dirty="0"/>
              <a:t>').</a:t>
            </a:r>
          </a:p>
          <a:p>
            <a:r>
              <a:rPr dirty="0" err="1"/>
              <a:t>Leermoment</a:t>
            </a:r>
            <a:r>
              <a:rPr dirty="0"/>
              <a:t>:</a:t>
            </a:r>
          </a:p>
          <a:p>
            <a:pPr lvl="1"/>
            <a:r>
              <a:rPr dirty="0" err="1"/>
              <a:t>Niet</a:t>
            </a:r>
            <a:r>
              <a:rPr dirty="0"/>
              <a:t> harder </a:t>
            </a:r>
            <a:r>
              <a:rPr dirty="0" err="1"/>
              <a:t>werken</a:t>
            </a:r>
            <a:r>
              <a:rPr dirty="0"/>
              <a:t>, maar </a:t>
            </a:r>
            <a:r>
              <a:rPr dirty="0" err="1"/>
              <a:t>eerder</a:t>
            </a:r>
            <a:r>
              <a:rPr dirty="0"/>
              <a:t> </a:t>
            </a:r>
            <a:r>
              <a:rPr dirty="0" err="1"/>
              <a:t>communiceren</a:t>
            </a:r>
            <a:r>
              <a:rPr dirty="0"/>
              <a:t>.</a:t>
            </a:r>
          </a:p>
          <a:p>
            <a:pPr lvl="1"/>
            <a:r>
              <a:rPr dirty="0"/>
              <a:t>Transparantie over '</a:t>
            </a:r>
            <a:r>
              <a:rPr dirty="0" err="1"/>
              <a:t>mindere</a:t>
            </a:r>
            <a:r>
              <a:rPr dirty="0"/>
              <a:t> </a:t>
            </a:r>
            <a:r>
              <a:rPr dirty="0" err="1"/>
              <a:t>dagen</a:t>
            </a:r>
            <a:r>
              <a:rPr dirty="0"/>
              <a:t>' </a:t>
            </a:r>
            <a:r>
              <a:rPr dirty="0" err="1"/>
              <a:t>bouwt</a:t>
            </a:r>
            <a:r>
              <a:rPr dirty="0"/>
              <a:t> </a:t>
            </a:r>
            <a:r>
              <a:rPr dirty="0" err="1"/>
              <a:t>juist</a:t>
            </a:r>
            <a:r>
              <a:rPr dirty="0"/>
              <a:t> </a:t>
            </a:r>
            <a:r>
              <a:rPr dirty="0" err="1"/>
              <a:t>vertrouwen</a:t>
            </a:r>
            <a:r>
              <a:rPr dirty="0"/>
              <a:t>.</a:t>
            </a:r>
          </a:p>
          <a:p>
            <a:r>
              <a:rPr dirty="0" err="1"/>
              <a:t>Resultaat</a:t>
            </a:r>
            <a:r>
              <a:rPr dirty="0"/>
              <a:t>:</a:t>
            </a:r>
          </a:p>
          <a:p>
            <a:pPr lvl="1"/>
            <a:r>
              <a:rPr dirty="0"/>
              <a:t>Regie </a:t>
            </a:r>
            <a:r>
              <a:rPr dirty="0" err="1"/>
              <a:t>herpakt</a:t>
            </a:r>
            <a:endParaRPr lang="en-GB" dirty="0"/>
          </a:p>
          <a:p>
            <a:pPr lvl="1"/>
            <a:r>
              <a:rPr dirty="0" err="1"/>
              <a:t>Bewijs</a:t>
            </a:r>
            <a:r>
              <a:rPr dirty="0"/>
              <a:t> van </a:t>
            </a:r>
            <a:r>
              <a:rPr dirty="0" err="1"/>
              <a:t>veerkracht</a:t>
            </a:r>
            <a:r>
              <a:rPr dirty="0"/>
              <a:t> (</a:t>
            </a:r>
            <a:r>
              <a:rPr dirty="0" err="1"/>
              <a:t>niveau</a:t>
            </a:r>
            <a:r>
              <a:rPr dirty="0"/>
              <a:t> 2/3).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Strategisch Langetermijnplan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r>
              <a:rPr dirty="0"/>
              <a:t>Fase 1: MVP &amp; </a:t>
            </a:r>
            <a:r>
              <a:rPr dirty="0" err="1"/>
              <a:t>Fundering</a:t>
            </a:r>
            <a:r>
              <a:rPr dirty="0"/>
              <a:t> (Nu)</a:t>
            </a:r>
          </a:p>
          <a:p>
            <a:pPr lvl="1"/>
            <a:r>
              <a:rPr dirty="0" err="1"/>
              <a:t>Technische</a:t>
            </a:r>
            <a:r>
              <a:rPr dirty="0"/>
              <a:t> </a:t>
            </a:r>
            <a:r>
              <a:rPr dirty="0" err="1"/>
              <a:t>realisatie</a:t>
            </a:r>
            <a:r>
              <a:rPr dirty="0"/>
              <a:t> &amp; Multi-tenancy </a:t>
            </a:r>
            <a:r>
              <a:rPr dirty="0" err="1"/>
              <a:t>architectuur</a:t>
            </a:r>
            <a:r>
              <a:rPr dirty="0"/>
              <a:t>.</a:t>
            </a:r>
          </a:p>
          <a:p>
            <a:r>
              <a:rPr dirty="0"/>
              <a:t>Fase 2: Interne </a:t>
            </a:r>
            <a:r>
              <a:rPr dirty="0" err="1"/>
              <a:t>Validatie</a:t>
            </a:r>
            <a:endParaRPr dirty="0"/>
          </a:p>
          <a:p>
            <a:pPr lvl="1"/>
            <a:r>
              <a:rPr dirty="0"/>
              <a:t>'Eat your own dog food' - </a:t>
            </a:r>
            <a:r>
              <a:rPr dirty="0" err="1"/>
              <a:t>optimalisatie</a:t>
            </a:r>
            <a:r>
              <a:rPr dirty="0"/>
              <a:t> door eigen </a:t>
            </a:r>
            <a:r>
              <a:rPr dirty="0" err="1"/>
              <a:t>gebruik</a:t>
            </a:r>
            <a:r>
              <a:rPr dirty="0"/>
              <a:t>.</a:t>
            </a:r>
          </a:p>
          <a:p>
            <a:r>
              <a:rPr dirty="0"/>
              <a:t>Fase 3: SaaS </a:t>
            </a:r>
            <a:r>
              <a:rPr dirty="0" err="1"/>
              <a:t>Commercialisering</a:t>
            </a:r>
            <a:endParaRPr dirty="0"/>
          </a:p>
          <a:p>
            <a:pPr lvl="1"/>
            <a:r>
              <a:rPr dirty="0"/>
              <a:t>White-label </a:t>
            </a:r>
            <a:r>
              <a:rPr dirty="0" err="1"/>
              <a:t>verkoop</a:t>
            </a:r>
            <a:r>
              <a:rPr dirty="0"/>
              <a:t> </a:t>
            </a:r>
            <a:r>
              <a:rPr dirty="0" err="1"/>
              <a:t>aan</a:t>
            </a:r>
            <a:r>
              <a:rPr dirty="0"/>
              <a:t> </a:t>
            </a:r>
            <a:r>
              <a:rPr dirty="0" err="1"/>
              <a:t>andere</a:t>
            </a:r>
            <a:r>
              <a:rPr dirty="0"/>
              <a:t> bureaus (</a:t>
            </a:r>
            <a:r>
              <a:rPr lang="en-GB" dirty="0"/>
              <a:t>0</a:t>
            </a:r>
            <a:r>
              <a:rPr dirty="0"/>
              <a:t>.5 - </a:t>
            </a:r>
            <a:r>
              <a:rPr lang="en-GB" dirty="0"/>
              <a:t>1</a:t>
            </a:r>
            <a:r>
              <a:rPr dirty="0"/>
              <a:t> </a:t>
            </a:r>
            <a:r>
              <a:rPr dirty="0" err="1"/>
              <a:t>jaar</a:t>
            </a:r>
            <a:r>
              <a:rPr dirty="0"/>
              <a:t>).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Product:</a:t>
            </a:r>
          </a:p>
          <a:p>
            <a:r>
              <a:rPr dirty="0"/>
              <a:t>Een modern, </a:t>
            </a:r>
            <a:r>
              <a:rPr dirty="0" err="1"/>
              <a:t>veilig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schaalbaar</a:t>
            </a:r>
            <a:r>
              <a:rPr dirty="0"/>
              <a:t> SaaS CRM.</a:t>
            </a:r>
          </a:p>
          <a:p>
            <a:r>
              <a:rPr dirty="0" err="1"/>
              <a:t>Proces</a:t>
            </a:r>
            <a:r>
              <a:rPr dirty="0"/>
              <a:t>:</a:t>
            </a:r>
          </a:p>
          <a:p>
            <a:r>
              <a:rPr dirty="0" err="1"/>
              <a:t>Methodisch</a:t>
            </a:r>
            <a:r>
              <a:rPr dirty="0"/>
              <a:t> </a:t>
            </a:r>
            <a:r>
              <a:rPr dirty="0" err="1"/>
              <a:t>gewerkt</a:t>
            </a:r>
            <a:r>
              <a:rPr dirty="0"/>
              <a:t> (DSR, Scrum, Code Reviews).</a:t>
            </a:r>
          </a:p>
          <a:p>
            <a:r>
              <a:rPr dirty="0" err="1"/>
              <a:t>Persoonlijk</a:t>
            </a:r>
            <a:r>
              <a:rPr dirty="0"/>
              <a:t>:</a:t>
            </a:r>
          </a:p>
          <a:p>
            <a:r>
              <a:rPr dirty="0" err="1"/>
              <a:t>Gegroeid</a:t>
            </a:r>
            <a:r>
              <a:rPr dirty="0"/>
              <a:t> van Junior Developer </a:t>
            </a:r>
            <a:r>
              <a:rPr dirty="0" err="1"/>
              <a:t>naar</a:t>
            </a:r>
            <a:r>
              <a:rPr dirty="0"/>
              <a:t> </a:t>
            </a:r>
            <a:r>
              <a:rPr dirty="0" err="1"/>
              <a:t>Strategisch</a:t>
            </a:r>
            <a:r>
              <a:rPr dirty="0"/>
              <a:t> Partner.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522</Words>
  <Application>Microsoft Office PowerPoint</Application>
  <PresentationFormat>On-screen Show (4:3)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Eindpresentatie Stage AVE CRM</vt:lpstr>
      <vt:lpstr>Agenda</vt:lpstr>
      <vt:lpstr>Project Context: AVE CRM</vt:lpstr>
      <vt:lpstr>Techniek: Multi-Tenancy Architectuur</vt:lpstr>
      <vt:lpstr>Techniek: AI-Driven Recruitment</vt:lpstr>
      <vt:lpstr>Professionalisering: Data Fetching</vt:lpstr>
      <vt:lpstr>Infrastructuur &amp; Deployment</vt:lpstr>
      <vt:lpstr>Persoonlijke Ontwikkeling (Reflectie)</vt:lpstr>
      <vt:lpstr>Veerkracht &amp; Herstel</vt:lpstr>
      <vt:lpstr>Strategisch Langetermijnplan</vt:lpstr>
      <vt:lpstr>Conclusie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Stijn van der Neut</cp:lastModifiedBy>
  <cp:revision>2</cp:revision>
  <dcterms:created xsi:type="dcterms:W3CDTF">2013-01-27T09:14:16Z</dcterms:created>
  <dcterms:modified xsi:type="dcterms:W3CDTF">2026-01-15T12:16:54Z</dcterms:modified>
  <cp:category/>
</cp:coreProperties>
</file>